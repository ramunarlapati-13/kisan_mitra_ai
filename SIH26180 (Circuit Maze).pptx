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tableStyles" Target="tableStyles.xml" /><Relationship Id="rId5" Type="http://schemas.openxmlformats.org/officeDocument/2006/relationships/slide" Target="slides/slide4.xml" /><Relationship Id="rId10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23F6A-55E3-04B9-89A0-8A68309D88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A5B21-51AB-D07E-940A-2F564DA175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DA1128-00B0-C4A7-6DF7-2E351CB7B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B4708-2DE4-8B42-BB58-52564F665EF0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6B2C48-FC4B-E6AD-F64A-465951D78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84815-C52E-C184-358F-138D8FEDB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4C90B-B6A7-9D44-8B39-8EA75A38C7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914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0297B-47B4-808D-BCEC-410DAD633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C28E8C-505E-95FF-0FCE-D35FD99D9D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CB790F-AE7F-3E7B-D8F2-845B81D11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B4708-2DE4-8B42-BB58-52564F665EF0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1A4E9B-F2BB-0F54-312D-F175E2E39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3A7291-6974-CD88-CE7F-06902C8DF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4C90B-B6A7-9D44-8B39-8EA75A38C7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011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F2443-74AC-C6A6-2A23-C2F215A64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06978B-8604-24A7-CA6C-8ACD754B71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A8B69C-F231-5B38-09CF-9635C123D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B4708-2DE4-8B42-BB58-52564F665EF0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E4860-C5A8-71E1-F13C-8B72591C1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39A3D1-5C04-3A32-54CC-01F06C085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4C90B-B6A7-9D44-8B39-8EA75A38C7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633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C1AB1-4B6F-99A1-7082-0B2CAED1D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5F228E-A6BE-0000-F09A-0195E6B46B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35CFB0-0DEE-748E-A6AA-0FDEA70DB0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DE9BEC-338D-1FA1-FDC6-EDE1EEB28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B4708-2DE4-8B42-BB58-52564F665EF0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713668-7CA3-1ACE-390B-889696673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A47A4D-4568-5577-EEB8-375334A08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4C90B-B6A7-9D44-8B39-8EA75A38C7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415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588BA-EC96-B6BF-5D44-72CA29FA9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23004C-FEF1-3E79-1FF6-78A069A993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981295-C560-4F7D-F92A-DB8C7AE22D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BCBF40-D600-D1BB-2ACF-43664BE32B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AE16DF-8249-7C9C-4457-0B8203E5AD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DB8635-F4FD-625C-641C-6C11F8A5A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B4708-2DE4-8B42-BB58-52564F665EF0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E280F2-587A-8EBC-CED3-F6DF8E4F0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E18482-C62D-380A-E14A-017CAC974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4C90B-B6A7-9D44-8B39-8EA75A38C7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783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DA183-E8B9-C673-E701-02CDDFD31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53000F-003B-6E89-E49F-0876D7B0F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B4708-2DE4-8B42-BB58-52564F665EF0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2FF5DE-04C0-0FBF-0B28-D8D9418D8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1624C1-4F48-B83D-3F21-5A9A4BDCF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4C90B-B6A7-9D44-8B39-8EA75A38C7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282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8B1580-12B4-6413-5338-B8492BF8D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B4708-2DE4-8B42-BB58-52564F665EF0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13F4C8-C98B-27C5-9516-C95C92694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913FAF-CB46-CCC4-8EA5-969139575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4C90B-B6A7-9D44-8B39-8EA75A38C7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078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C8F4D-F49A-04B7-5D30-413294597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EF5F4-3568-2A5D-46F6-5862265A88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161FF9-863A-3801-CB0B-E0E9E46291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31BDD2-6B37-5279-29A1-C3B30FC83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B4708-2DE4-8B42-BB58-52564F665EF0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7953E1-9085-DA35-85A1-81B4D8E79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076457-D372-FD45-BC57-A7598AFB5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4C90B-B6A7-9D44-8B39-8EA75A38C7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119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786CB-0B38-3B6A-E03B-84380D1DA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D75234-578B-977B-F826-F848249145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577751-74B6-075F-0808-48CABA9DFA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C41D4B-C9C1-6B5F-1F50-6D3D93239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B4708-2DE4-8B42-BB58-52564F665EF0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D5D202-8363-CC50-0023-111567F86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69EE06-25A2-F2BB-FA18-BF484FC73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4C90B-B6A7-9D44-8B39-8EA75A38C7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1744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045F3-B240-F5BF-54D7-2D1C5F1CC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11F5CF-A798-8327-F710-5B4B0D33BD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AFA815-E923-66CE-E086-575CB869E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B4708-2DE4-8B42-BB58-52564F665EF0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78C36-218F-52BE-0114-FF2F4E51E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D8AC10-7F2F-DEE7-7BB4-C9F937EEC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4C90B-B6A7-9D44-8B39-8EA75A38C7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395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BBABFB-D50F-8E3B-2CA0-1B9C98E743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508A28-F9BD-B0B3-4B66-A0C2261544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CB891-0509-F095-1820-068BCAB46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B4708-2DE4-8B42-BB58-52564F665EF0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9E3AF2-73BA-B482-7A40-BBCDBA35B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5C5A97-42AD-1FBD-9A76-8D2327335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4C90B-B6A7-9D44-8B39-8EA75A38C7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20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406CBC-4C86-90BE-765C-6C07729B4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696748-CBE9-50D2-C622-EEEB6D86AE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DC9F4C-009F-D004-60F0-A3CC60E0B3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0B4708-2DE4-8B42-BB58-52564F665EF0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58BCB4-0F69-B2EF-3E2D-90478AF368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EC914C-2865-0ECD-D576-104D3B1322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44C90B-B6A7-9D44-8B39-8EA75A38C7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374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BBF0F-AB94-AEDF-3434-DCF36646B9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2F31FB-9020-E9D8-D0FD-1B9365D42F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6597F1-141B-067D-2235-BD9B980197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3344" y="0"/>
            <a:ext cx="12275344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297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6F878-6418-9A0A-0663-52A23B5CB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82C3677-7646-E059-9CED-F5B0739D92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110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3437E-CF36-2041-0581-AC7A5012C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F3AE785-BC13-A9BE-BE9B-D3ED548C47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379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DC306-1ABE-2EF5-6C9E-0B0D44FF7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E0712E7-9042-EFA0-4736-0CDD3B03F5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866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311DF-BC34-DEC0-9355-FD2C27B3C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EB50C2F-9536-A1A4-DD5B-D8101D9BF3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1040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E7B6C-9315-01AB-83C3-33A01816B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25A3EDE-DDBD-39D8-C4BA-3DF3F87F53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7135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nagapushpasri123@outlook.com</dc:creator>
  <cp:lastModifiedBy>nagapushpasri123@outlook.com</cp:lastModifiedBy>
  <cp:revision>2</cp:revision>
  <dcterms:created xsi:type="dcterms:W3CDTF">2026-09-09T12:13:26Z</dcterms:created>
  <dcterms:modified xsi:type="dcterms:W3CDTF">2026-09-09T12:43:51Z</dcterms:modified>
</cp:coreProperties>
</file>